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369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8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57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75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3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5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4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1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C1115-39DA-0E8A-E74B-1153C636F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6968" y="1995887"/>
            <a:ext cx="3665507" cy="2037951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700" b="0" i="0">
                <a:effectLst/>
                <a:latin typeface="Times New Roman" panose="02020603050405020304" pitchFamily="18" charset="0"/>
              </a:rPr>
              <a:t>Confidence Intervals for Proportions</a:t>
            </a:r>
            <a:endParaRPr lang="en-US" sz="2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E8670-276F-5445-24E7-53378641F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01" y="4413956"/>
            <a:ext cx="3119010" cy="1013687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Kaleb Flores, Xavier Carlos, Efren Torres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12BED-34FD-4C1E-51F7-C4B6C4B60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6" r="24815" b="-1"/>
          <a:stretch/>
        </p:blipFill>
        <p:spPr>
          <a:xfrm>
            <a:off x="6096000" y="10"/>
            <a:ext cx="60960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A5BD-4CBF-63C8-7094-D8CD7EAA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 Review (traditional)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2383D-4465-E5B9-001F-E350BE4E4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223717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Goudy Old Style</vt:lpstr>
      <vt:lpstr>Times New Roman</vt:lpstr>
      <vt:lpstr>Univers Light</vt:lpstr>
      <vt:lpstr>PoiseVTI</vt:lpstr>
      <vt:lpstr>Confidence Intervals for Proportions</vt:lpstr>
      <vt:lpstr>Confidence Interval Review (traditional)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Kaleb Flores</dc:creator>
  <cp:lastModifiedBy>Kaleb Flores</cp:lastModifiedBy>
  <cp:revision>1</cp:revision>
  <dcterms:created xsi:type="dcterms:W3CDTF">2025-04-15T17:12:21Z</dcterms:created>
  <dcterms:modified xsi:type="dcterms:W3CDTF">2025-04-15T19:03:03Z</dcterms:modified>
</cp:coreProperties>
</file>